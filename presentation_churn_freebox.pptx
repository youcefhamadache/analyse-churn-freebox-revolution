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Churn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Freebox Revolution — Cohortes 2016 &amp; 2017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utilisateurs  ·  Snapshot 13 janvier 2022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029200" cy="0"/>
          </a:xfrm>
          <a:prstGeom prst="line">
            <a:avLst/>
          </a:prstGeom>
          <a:noFill/>
          <a:ln w="19050">
            <a:solidFill>
              <a:srgbClr val="F18F0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3375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3649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Churn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33375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3649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3375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3649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33375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33649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583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— Vue d'ensemble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au total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960120"/>
            <a:ext cx="64008" cy="1188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10 452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2016 (52%)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960120"/>
            <a:ext cx="64008" cy="1188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9 548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262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2017 (48%)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9601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960120"/>
            <a:ext cx="6400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6 569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en janv. 2022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23317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clés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595360" cy="150876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15544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Valeurs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Valeurs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Connexion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ADSL 75%  ·  Fibre 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Canal acquisition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Tél. 35%  ·  Online 31%  ·  Promo 23%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Offre principale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Révolution TV 3999€ (71%)  ·  Basic (29%)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Rétention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2.5% des clients ont reçu une offre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7200" y="427939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Taux de churn global : </a:t>
            </a:r>
            <a:pPr indent="0" marL="0">
              <a:buNone/>
            </a:pPr>
            <a:r>
              <a:rPr lang="en-US" sz="2000" b="1" dirty="0">
                <a:solidFill>
                  <a:srgbClr val="F18F01"/>
                </a:solidFill>
              </a:rPr>
              <a:t>67.2%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|   Durée moyenne d'abonnement : </a:t>
            </a:r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</a:rPr>
              <a:t>~36 mois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|   Facture totale moyenne : </a:t>
            </a:r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</a:rPr>
              <a:t>1 612 €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583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Courbes de Survie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d'utilisateurs encore présents en fonction du tenure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64008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20840" y="960120"/>
            <a:ext cx="2240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051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84848" y="1417320"/>
            <a:ext cx="2084832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39712" y="146304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~67% des clients ont churné sur la période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784848" y="2258568"/>
            <a:ext cx="2084832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30428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Cohorte 2017 légèrement plus fidèle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84848" y="3099816"/>
            <a:ext cx="2084832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39712" y="314553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La fibre retient bien mieux que l'ADSL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84848" y="3941064"/>
            <a:ext cx="2084832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3986784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Rétention divise le churn par 2.7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583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Taux Mensuel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mois M / survivants fin M-1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621792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remarquables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1417320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417320"/>
            <a:ext cx="64008" cy="80467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472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20840" y="17465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2.73%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20840" y="1965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engagement 1 an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83680" y="2377440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377440"/>
            <a:ext cx="64008" cy="80467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20840" y="27066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2.39%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20840" y="29260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engagement 2 ans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3337560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3337560"/>
            <a:ext cx="64008" cy="80467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36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20840" y="3666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2.14%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0840" y="3886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engagement 3 ans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0" y="43434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47688" y="4379976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 taux décroît avec le temps : les clients restants sont de plus en plus fidèles (effet de sélection).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583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— Analyse par Groupes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621792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005840"/>
            <a:ext cx="23774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005840"/>
            <a:ext cx="64008" cy="585216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0424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1 612 €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720840" y="1353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globale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1709928"/>
            <a:ext cx="23774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709928"/>
            <a:ext cx="64008" cy="58521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7465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1 750 €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7208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2016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0" y="2414016"/>
            <a:ext cx="23774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414016"/>
            <a:ext cx="64008" cy="585216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24505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1 462 €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720840" y="2761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2017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3118104"/>
            <a:ext cx="23774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3118104"/>
            <a:ext cx="64008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3154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2 288 €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720840" y="3465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3680" y="3822192"/>
            <a:ext cx="23774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83680" y="3822192"/>
            <a:ext cx="64008" cy="58521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3858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1 390 €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720840" y="4169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82880" y="393192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97764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Facture totale vs mensuelle : </a:t>
            </a:r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totale croît mécaniquement (cumulative). La facture mensuelle (~30-40€) est plus stable mais révèle des promos en début d'abonnement — la sous-offre 8.57 inclut 1 an à 9.99€/mois, ce qui explique sa moyenne très basse (678€).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583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Complémentaire — Impact des Offres de Rétention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621792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0058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005840"/>
            <a:ext cx="6400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20840" y="12984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AVEC rétention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0" y="157276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572768"/>
            <a:ext cx="64008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5910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20840" y="18653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SANS rétention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583680" y="213969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139696"/>
            <a:ext cx="6400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2157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mois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20840" y="24323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moy. AVEC rét.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583680" y="2706624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2706624"/>
            <a:ext cx="64008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mois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20840" y="29992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moy. SANS rét.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583680" y="327355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83680" y="3273552"/>
            <a:ext cx="6400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2 517 €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20840" y="35661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moy. AVEC rét.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583680" y="384048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83680" y="3840480"/>
            <a:ext cx="64008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0840" y="3858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1 589 €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720840" y="41330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moy. SANS rét.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82880" y="393192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397764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Recommandation : </a:t>
            </a:r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rétention divise le churn par 2.7 et allonge la durée de 72%. Avec seulement 2.5% des clients couverts, le programme est très sous-exploité. Il faut cibler les clients à risque AVANT qu'ils appellent, via un modèle prédictif.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583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Prédictif du Churn — Gradient Boosting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la probabilité de churn de chaque 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960120"/>
            <a:ext cx="64008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0241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78608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churners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60120"/>
            <a:ext cx="64008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0241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45736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churners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9601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960120"/>
            <a:ext cx="64008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10241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12864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de décision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utilisées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24231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connexion (fibre/ADSL)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(2016/2017)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d'acquisition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Sous-offre souscrite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de rétention reçue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03120"/>
            <a:ext cx="4389120" cy="26060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business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6060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Scorer les clients chaque mois → déclencher une offre de rétention proactive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2644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Cibler uniquement les clients à risque élevé → optimiser le budget rétention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92277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Monitorer l'évolution du score dans le temps → détecter les signaux faibles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686800" cy="301752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54880"/>
            <a:ext cx="8503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 : Données de souscription uniquement — ajouter des données comportementales (appels SAV, usage) améliorerait significativement l'AUC.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4114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Churn élevé mais prévisible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1463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de churn global avec des pics clairs à 12/24/36 mois (fins d'engagement). Ces fenêtres sont des moments d'action prioritaires.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14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La fibre retient davantage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10328" y="1463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abonnés fibre ont une durée de vie plus longue. Accélérer la migration ADSL → fibre est un levier de rétention indirect.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4114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7889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La rétention est sous-exploitée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des clients touchés mais churn divisé par 2.7. Généraliser via un ciblage ML augmenterait fortement la LTV.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2697480"/>
            <a:ext cx="41148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7889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Modèle ML : levier opérationnel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31546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0.74 avec seulement les données de souscription. L'ajout de données comportementales améliorerait la performance.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5537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: Données synthétiques · Pas de données comportementales · Modèle à ré-entraîner régulièrement · Biais de sélection (échantillon 20k/100k)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2026-02-18T14:43:38Z</dcterms:created>
  <dcterms:modified xsi:type="dcterms:W3CDTF">2026-02-18T14:43:38Z</dcterms:modified>
</cp:coreProperties>
</file>